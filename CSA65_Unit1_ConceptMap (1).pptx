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ML, DL, Generative AI &amp; LLMs — Concept 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concepts nest inside one another, with a real-world example for each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DCEF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(AI)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system that mimics human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1874520"/>
            <a:ext cx="6583680" cy="457200"/>
          </a:xfrm>
          <a:prstGeom prst="roundRect">
            <a:avLst>
              <a:gd name="adj" fmla="val 16000"/>
            </a:avLst>
          </a:prstGeom>
          <a:solidFill>
            <a:srgbClr val="B7DFF6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8745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(ML)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3317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patterns from data, subset of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65176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8FCBEF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(DL)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neural networks, subset of 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347472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5FB2E8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 models that create new content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42062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08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(LLMs)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C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models focused on text, subset of GenAI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732520" y="114300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11430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Netflix's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system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03920" y="1325880"/>
            <a:ext cx="228600" cy="205740"/>
          </a:xfrm>
          <a:prstGeom prst="line">
            <a:avLst/>
          </a:prstGeom>
          <a:noFill/>
          <a:ln w="15875">
            <a:solidFill>
              <a:srgbClr val="C9971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732520" y="196596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23960" y="19659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Gmail's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3920" y="2103120"/>
            <a:ext cx="228600" cy="251460"/>
          </a:xfrm>
          <a:prstGeom prst="line">
            <a:avLst/>
          </a:prstGeom>
          <a:noFill/>
          <a:ln w="15875">
            <a:solidFill>
              <a:srgbClr val="C9971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732520" y="278892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27889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Face ID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unlocking a phone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03920" y="2880360"/>
            <a:ext cx="228600" cy="297180"/>
          </a:xfrm>
          <a:prstGeom prst="line">
            <a:avLst/>
          </a:prstGeom>
          <a:noFill/>
          <a:ln w="15875">
            <a:solidFill>
              <a:srgbClr val="C9971F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8732520" y="361188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36118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DALL·E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images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503920" y="3657600"/>
            <a:ext cx="228600" cy="342900"/>
          </a:xfrm>
          <a:prstGeom prst="line">
            <a:avLst/>
          </a:prstGeom>
          <a:noFill/>
          <a:ln w="15875">
            <a:solidFill>
              <a:srgbClr val="C9971F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732520" y="443484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3960" y="44348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ChatGPT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questions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228600" cy="160020"/>
          </a:xfrm>
          <a:prstGeom prst="line">
            <a:avLst/>
          </a:prstGeom>
          <a:noFill/>
          <a:ln w="15875">
            <a:solidFill>
              <a:srgbClr val="C9971F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CSA65 – Unit I Assessment, Tool 1  |  Concept Map: AI → ML → DL → Generative AI / LLMs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2026-07-20T14:15:22Z</dcterms:created>
  <dcterms:modified xsi:type="dcterms:W3CDTF">2026-07-20T14:15:22Z</dcterms:modified>
</cp:coreProperties>
</file>