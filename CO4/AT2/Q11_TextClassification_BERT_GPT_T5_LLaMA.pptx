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93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framing the question: of these four famous models, which is best when the job is to LABEL text? Preview that the answer is BERT, and that the reason is architectural.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text classification concretely with everyday examples (sentiment, spam, intent). Stress the three decision factors: accuracy, speed at scale, and labelled-data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each model in one breath: BERT understands, GPT generates, T5 converts text-to-text, LLaMA is the open, efficient generator. These four philosophies drive every difference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slide. BERT is encoder-only (pure understanding). GPT and LLaMA are decoder-only (pure generation). T5 keeps both halves (transformation tasks). Point at each mini flow as you explain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architectural fact per model. BERT: bidirectional, [CLS] for classification. GPT: causal attention, autoregressive. T5: encoder feeds decoder, text-to-text. LLaMA: GPT-style plus RoPE / SwiGLU / RMSNorm, and crucially open-weights.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message: an encoder trained to fill blanks (BERT) becomes a great understander; a decoder trained to predict the next word (GPT, LLaMA) becomes a great generator; T5's text-to-text objective makes it a flexible converter. Objective =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required comparison table. Walk down ONE column (say GPT) then across ONE row (say Best-at) so the audience learns to read it. Land the punchline at the bottom: there is no universal winner — it depends on the task, which the next slides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Encoders read the whole sentence at once, which is exactly what labelling needs. BERT is Best; T5 Good (text-to-text); GPT and LLaMA Medium — capable via prompting but heavier and less consistent for strict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the encoder's efficiency against the decoders' flexibility. The headline: BERT trades generality for accuracy and speed — perfect for a dedicated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Anchor with Google Search (BERT for query understanding) and production sentiment/spam systems. Note the hybrid pattern: use GPT few-shot to create labels, then distil into a small BERT.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it plainly: BERT (or RoBERTa/DeBERTa) for high-volume, latency-sensitive classification with labelled data. Use GPT/LLaMA few-shot only when labels are scarce, and T5 when one model must also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claims trace to primary sources: the original papers for each model, the GLUE benchmark, and Hugging Face documentation. Mention that arXiv IDs let the evaluator verify every figure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restating your one-line recommendation and invite questions. Keep the master table slide handy to jump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200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4B063"/>
                </a:solidFill>
                <a:latin typeface="Calibri"/>
              </a:rPr>
              <a:t>ASSESSMENT TOOL 2  · 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BERT vs GPT vs T5 vs LLaMA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for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C7D0E6"/>
                </a:solidFill>
                <a:latin typeface="Calibri"/>
              </a:rPr>
              <a:t>Which architecture best assigns a label to text?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BERT</a:t>
            </a:r>
          </a:p>
        </p:txBody>
      </p:sp>
      <p:sp>
        <p:nvSpPr>
          <p:cNvPr id="8" name="Oval 7"/>
          <p:cNvSpPr/>
          <p:nvPr/>
        </p:nvSpPr>
        <p:spPr>
          <a:xfrm>
            <a:off x="3154679" y="4892040"/>
            <a:ext cx="566928" cy="56692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GPT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4892040"/>
            <a:ext cx="566928" cy="56692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T5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4892040"/>
            <a:ext cx="566928" cy="566928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53" y="5989320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9FB0D0"/>
                </a:solidFill>
                <a:latin typeface="Calibri"/>
              </a:rPr>
              <a:t>Course CSA65 – Generative AI and Large Language Models   |   Student: </a:t>
            </a:r>
            <a:r>
              <a:rPr lang="en-IN" sz="1150" dirty="0">
                <a:solidFill>
                  <a:srgbClr val="9FB0D0"/>
                </a:solidFill>
                <a:latin typeface="Calibri"/>
              </a:rPr>
              <a:t> G SAI TEJA </a:t>
            </a:r>
            <a:r>
              <a:rPr sz="1150" b="0" i="0" dirty="0">
                <a:solidFill>
                  <a:srgbClr val="9FB0D0"/>
                </a:solidFill>
                <a:latin typeface="Calibri"/>
              </a:rPr>
              <a:t>   </a:t>
            </a:r>
            <a:r>
              <a:rPr sz="1150" b="0" i="0" dirty="0" err="1">
                <a:solidFill>
                  <a:srgbClr val="9FB0D0"/>
                </a:solidFill>
                <a:latin typeface="Calibri"/>
              </a:rPr>
              <a:t>Reg.No</a:t>
            </a:r>
            <a:r>
              <a:rPr sz="1150" b="0" i="0" dirty="0">
                <a:solidFill>
                  <a:srgbClr val="9FB0D0"/>
                </a:solidFill>
                <a:latin typeface="Calibri"/>
              </a:rPr>
              <a:t>: </a:t>
            </a:r>
            <a:r>
              <a:rPr lang="en-IN" sz="1150" dirty="0">
                <a:solidFill>
                  <a:srgbClr val="9FB0D0"/>
                </a:solidFill>
                <a:latin typeface="Calibri"/>
              </a:rPr>
              <a:t>192472137</a:t>
            </a:r>
            <a:endParaRPr sz="1150" b="0" i="0" dirty="0">
              <a:solidFill>
                <a:srgbClr val="9FB0D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Text classification —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libri"/>
              </a:rPr>
              <a:t>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Text classification = assign a category to a piece of text.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Examples: sentiment (positive/negative), spam vs ham, topic labelling, intent detection, toxic-comment filtering.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Token-level variant: Named-Entity Recognition (NER).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What matters: accuracy, speed at scale, and how much labelled data is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333"/>
                </a:solidFill>
                <a:latin typeface="Cambria"/>
              </a:rPr>
              <a:t>What this presentation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514600"/>
            <a:ext cx="44805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1.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The four models at a glance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2.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Architecture &amp; working principle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3.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Pre-training objectives &amp; capabilities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4.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Head-to-head comparison 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5.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Mapping to text classification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6.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Strengths, limitations &amp; case studies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7.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Recommendation +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THE CONTENDERS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Four Transformer models, four philosophies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75688"/>
            <a:ext cx="658368" cy="6583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391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865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Encoder-only   ·   Google  · 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7063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Reads text bidirectionally to UNDERSTAND it. The classic encoder for classification, NER and extractive 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28232" y="2075688"/>
            <a:ext cx="658368" cy="65836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391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865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Decoder-only   ·   OpenAI  ·  2018-2020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77063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Predicts the next word to GENERATE fluent text. Powers ChatGPT and excels at few-shot prompting.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4087368"/>
            <a:ext cx="658368" cy="6583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507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982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Encoder-Decoder   ·   Google  · 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8231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Casts every task as text-to-text. A flexible encoder-decoder for translation, summarisation and QA.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28232" y="4087368"/>
            <a:ext cx="658368" cy="658368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0507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3982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Decoder-only (open)   ·   Meta  · 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78231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An open-weights, efficient GPT-style model. Strong generation you can run privately and fine-tune cheaply.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Three families of the Transformer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476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1783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mbria"/>
              </a:rPr>
              <a:t>Encoder-only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1671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0136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80136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Input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41847" y="198424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80136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80136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Encoder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24927" y="198424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180136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80136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4144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Understands the whole sentence at once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0632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C74"/>
                </a:solidFill>
                <a:latin typeface="Cambria"/>
              </a:rPr>
              <a:t>Decoder-only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447287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GPT · LLaMA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81527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3081527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Prompt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41847" y="326440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89320" y="3081527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3081527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Decoder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24927" y="326440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0" y="3081527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3081527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Next tokens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21607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Generates text left-to-right, one token at a time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343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7B1A"/>
                </a:solidFill>
                <a:latin typeface="Cambria"/>
              </a:rPr>
              <a:t>Encoder-Decoder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727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T5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36168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0" y="436168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Input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41847" y="454456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89320" y="436168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436168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Encoder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424927" y="454456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772400" y="436168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436168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Decoder →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00176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Reads input, then writes a transformed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ARCHITECTURE &amp;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How each model is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Encoder-only Transformer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Bidirectional self-attention (sees both left &amp; right context)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Output = contextual token embeddings; the [CLS] token summarises the sentence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2039112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Decoder-only Transformer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Causal (masked) self-attention - each token attends only to previous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Generates text one token at a time (autoregressive)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5195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Encoder-Decoder Transformer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 reads the input; decoder generates the output conditioned on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Everything is framed as text-in -&gt; text-out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5195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Decoder-only Transformer (GPT-style)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Efficiency upgrades: RMSNorm, SwiGLU, Rotary Position Embeddings (RoPE)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Open weights - runs on-premises and is easy to fine-tune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PRE-TRAINING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The objective shapes the capability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002536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93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951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Masked Language Modeling (MLM)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Randomly mask ~15% of tokens and predict them from both sides; plus Next-Sentence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099815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2666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9242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Causal Language Modeling (CLM)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Predict the next token given all previous tokens - pure left-to-right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4197096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239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8970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Span-corruption (denoising)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Mask contiguous spans and generate the missing text; a single text-to-text objective for every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5294376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22122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586983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Causal Language Modeling (CLM)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Next-token prediction on trillions of public tokens, compute-optimal; chat via fine-tuning (LLaMA-2-Chat, RLHF).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Master comparison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881360" cy="39684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GPT (3/4)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LLaMA (2)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Encoder-only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Encoder-Decoder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(L→R)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Bi (enc)+Causal (dec)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(L→R)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Pre-training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MLM + NSP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Span corruption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Typical size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110-340 M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175 B (GPT-3)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60 M-11 B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7-70 B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Understanding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Seq-to-seq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Efficient gen.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Openness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Closed (API)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 weights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One objective view: no single model wins everything — the right choice depends on the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APPLICATION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Each model as a text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57400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Fine-tune the [CLS] token with a small softmax head. Bidirectional context gives state-of-the-art accuracy on GLUE; small and fast at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Encoder models read the whole sentence at once — a natural fit for labelling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28232" y="2039112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057400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2057400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Classifies by prompting / few-shot ("Sentiment of X = ?"). Great when labels are scarce, but costlier, slower and less consistent for strict labels.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Encoder models read the whole sentence at once — a natural fit for labelling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5195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251959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251959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Reframes the label as text ("sst2: … → positive"). Flexible and accurate; heavier than BERT but unifies many tasks in one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Encoder models read the whole sentence at once — a natural fit for labelling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5195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4251959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4251959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Zero/few-shot or LoRA fine-tune; open and private. Overkill for plain classification unless you also need generation or on-prem control.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Encoder models read the whole sentence at once — a natural fit for labelling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For text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881360" cy="4343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Strengths for this task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Limitations for this task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Bidirectional context; SOTA accuracy; small, cheap, fast; easy to fine-tune.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Needs labelled data; not generative; 512-token input limit.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9C74"/>
                          </a:solidFill>
                          <a:latin typeface="Calibri"/>
                        </a:rPr>
                        <a:t>GPT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Zero/few-shot with no training; can explain its label.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API cost &amp; latency; less consistent; possible hallucination.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07B1A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Unified text-to-text; strong accuracy; multitask in one model.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Larger &amp; slower than BERT; generation adds latency.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A4CE0"/>
                          </a:solidFill>
                          <a:latin typeface="Calibri"/>
                        </a:rPr>
                        <a:t>LLaMA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Open-weights, private, fine-tunable (LoRA/QLoRA).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Heavy for pure classification; needs GPU; setup effort.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REAL-WORLD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BERT-based classification in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293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Google Search query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134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Google applied BERT to better understand the intent behind search queries (2019) — a landmark classification/understanding use-case.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3273552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6382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Product-review sentiment &amp; spam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4787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Fine-tuned BERT/RoBERTa power large-scale sentiment analysis, spam detection and content moderation with high accuracy and low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4507992"/>
            <a:ext cx="566928" cy="56692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9826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Few-shot labelling when data is scarce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Teams use GPT/LLaMA prompting to bootstrap labels for a new category before training a small, cheap BERT model to run in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4B063"/>
                </a:solidFill>
                <a:latin typeface="Calibri"/>
              </a:rPr>
              <a:t>CONCLUSION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Recommendation: BERT for text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31750">
            <a:solidFill>
              <a:srgbClr val="2E7D32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37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4B063"/>
                </a:solidFill>
                <a:latin typeface="Calibri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Highest accuracy per compute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Bidirectional = built for understanding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Small, fast, cheap to serve at scale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Mature tooling &amp;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Why — and when to use the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GPT: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few-shot when you have very little labelled data or need an explanation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T5: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when one model must also summarise/translate — unify as text-to-text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LLaMA: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when data must stay on-premises and you want an open, fine-tunable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REFERENCES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Credible papers, benchmarks &amp;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[1]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Vaswani et al. (2017). Attention Is All You Need. NeurIPS. arXiv:1706.03762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[2]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Devlin et al. (2019). BERT: Pre-training of Deep Bidirectional Transformers. NAACL. arXiv:1810.04805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[3]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Radford et al. (2019) GPT-2; Brown et al. (2020). Language Models are Few-Shot Learners (GPT-3). arXiv:2005.14165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[4]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Raffel et al. (2020). Exploring the Limits of Transfer Learning with a Unified Text-to-Text Transformer (T5). JMLR. arXiv:1910.10683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[5]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Touvron et al. (2023). LLaMA: Open and Efficient Foundation LMs. arXiv:2302.13971; LLaMA 2. arXiv:2307.09288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[6]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Wang et al. (2019). GLUE Benchmark. ICLR. arXiv:1804.07461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[7]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Hugging Face Transformers documentation - huggingface.co/docs/transformers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7D0E6"/>
                </a:solidFill>
                <a:latin typeface="Calibri"/>
              </a:rPr>
              <a:t>For labelling text at scale, the encoder wins — choose BERT (or RoBERTa/DeBERTa).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1243584" y="4572000"/>
            <a:ext cx="457200" cy="45720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6" name="Oval 5"/>
          <p:cNvSpPr/>
          <p:nvPr/>
        </p:nvSpPr>
        <p:spPr>
          <a:xfrm>
            <a:off x="1847088" y="4572000"/>
            <a:ext cx="457200" cy="45720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7" name="Oval 6"/>
          <p:cNvSpPr/>
          <p:nvPr/>
        </p:nvSpPr>
        <p:spPr>
          <a:xfrm>
            <a:off x="2450592" y="4572000"/>
            <a:ext cx="457200" cy="45720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D0"/>
                </a:solidFill>
                <a:latin typeface="Calibri"/>
              </a:rPr>
              <a:t>Questions &amp; Discussion  ·  CSA65 – Generative AI and Large Language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1974</Words>
  <Application>Microsoft Office PowerPoint</Application>
  <PresentationFormat>Widescreen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ODD LIB</cp:lastModifiedBy>
  <cp:revision>2</cp:revision>
  <dcterms:created xsi:type="dcterms:W3CDTF">2013-01-27T09:14:16Z</dcterms:created>
  <dcterms:modified xsi:type="dcterms:W3CDTF">2026-08-22T08:02:29Z</dcterms:modified>
  <cp:category/>
</cp:coreProperties>
</file>